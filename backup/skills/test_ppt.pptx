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3498DB"/>
                </a:solidFill>
              </a:defRPr>
            </a:pPr>
            <a:r>
              <a:t>好龙虾技能包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5A5A6"/>
                </a:solidFill>
              </a:defRPr>
            </a:pPr>
            <a:r>
              <a:t>2026 升级版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欢迎使用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</a:defRPr>
            </a:pPr>
            <a:r>
              <a:t>• PPT 生成器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</a:defRPr>
            </a:pPr>
            <a:r>
              <a:t>• 支持多种主题</a:t>
            </a:r>
          </a:p>
          <a:p>
            <a:pPr>
              <a:spcAft>
                <a:spcPts val="1400"/>
              </a:spcAft>
              <a:defRPr sz="2000">
                <a:solidFill>
                  <a:srgbClr val="ECF0F1"/>
                </a:solidFill>
              </a:defRPr>
            </a:pPr>
            <a:r>
              <a:t>• 简单易用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